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 / usft.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 / stress.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freegrid / usft.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freegrid / stress. Copy and placements are illustrative and unverified. no collisions after code nudging.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packed / usft. Copy and placements are illustrative and unverified. no collisions possible: uniform slots, max 6 per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ticket 10: packed / stress. Copy and placements are illustrative and unverified. no collisions possible: uniform slots, max 6 per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62802" y="266614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6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674" y="2757585"/>
            <a:ext cx="1325880" cy="135090"/>
          </a:xfrm>
          <a:prstGeom prst="rect">
            <a:avLst/>
          </a:prstGeom>
        </p:spPr>
      </p:pic>
      <p:pic>
        <p:nvPicPr>
          <p:cNvPr id="17" name="Image 1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4" y="2611582"/>
            <a:ext cx="704079" cy="296887"/>
          </a:xfrm>
          <a:prstGeom prst="rect">
            <a:avLst/>
          </a:prstGeom>
        </p:spPr>
      </p:pic>
      <p:pic>
        <p:nvPicPr>
          <p:cNvPr id="18" name="Image 2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33" y="2645424"/>
            <a:ext cx="911997" cy="229202"/>
          </a:xfrm>
          <a:prstGeom prst="rect">
            <a:avLst/>
          </a:prstGeom>
        </p:spPr>
      </p:pic>
      <p:pic>
        <p:nvPicPr>
          <p:cNvPr id="19" name="Image 3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45" y="3379859"/>
            <a:ext cx="647441" cy="322859"/>
          </a:xfrm>
          <a:prstGeom prst="rect">
            <a:avLst/>
          </a:prstGeom>
        </p:spPr>
      </p:pic>
      <p:pic>
        <p:nvPicPr>
          <p:cNvPr id="20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672" y="3422059"/>
            <a:ext cx="876597" cy="238458"/>
          </a:xfrm>
          <a:prstGeom prst="rect">
            <a:avLst/>
          </a:prstGeom>
        </p:spPr>
      </p:pic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291" y="4295665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711" y="4249233"/>
            <a:ext cx="755041" cy="276848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1720" y="5054536"/>
            <a:ext cx="1277211" cy="163663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083" y="5012283"/>
            <a:ext cx="842297" cy="248169"/>
          </a:xfrm>
          <a:prstGeom prst="rect">
            <a:avLst/>
          </a:prstGeom>
        </p:spPr>
      </p:pic>
      <p:pic>
        <p:nvPicPr>
          <p:cNvPr id="25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9668" y="4798470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30545" y="3058161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6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3149601"/>
            <a:ext cx="1325880" cy="135090"/>
          </a:xfrm>
          <a:prstGeom prst="rect">
            <a:avLst/>
          </a:prstGeom>
        </p:spPr>
      </p:pic>
      <p:pic>
        <p:nvPicPr>
          <p:cNvPr id="17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414" y="3586443"/>
            <a:ext cx="876597" cy="238458"/>
          </a:xfrm>
          <a:prstGeom prst="rect">
            <a:avLst/>
          </a:prstGeom>
        </p:spPr>
      </p:pic>
      <p:pic>
        <p:nvPicPr>
          <p:cNvPr id="18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52" y="3586443"/>
            <a:ext cx="647441" cy="322859"/>
          </a:xfrm>
          <a:prstGeom prst="rect">
            <a:avLst/>
          </a:prstGeom>
        </p:spPr>
      </p:pic>
      <p:pic>
        <p:nvPicPr>
          <p:cNvPr id="19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100" y="2304288"/>
            <a:ext cx="911997" cy="229202"/>
          </a:xfrm>
          <a:prstGeom prst="rect">
            <a:avLst/>
          </a:prstGeom>
        </p:spPr>
      </p:pic>
      <p:pic>
        <p:nvPicPr>
          <p:cNvPr id="20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2716370"/>
            <a:ext cx="1325880" cy="131479"/>
          </a:xfrm>
          <a:prstGeom prst="rect">
            <a:avLst/>
          </a:prstGeom>
        </p:spPr>
      </p:pic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613" y="4476880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046" y="4843743"/>
            <a:ext cx="1277211" cy="163663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5488" y="5190286"/>
            <a:ext cx="755041" cy="276848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926" y="4755644"/>
            <a:ext cx="949892" cy="22005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078474" y="4353308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5189220" y="2194560"/>
            <a:ext cx="0" cy="3474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3931920"/>
            <a:ext cx="6080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62802" y="266614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674" y="2757585"/>
            <a:ext cx="1325880" cy="135090"/>
          </a:xfrm>
          <a:prstGeom prst="rect">
            <a:avLst/>
          </a:prstGeom>
        </p:spPr>
      </p:pic>
      <p:pic>
        <p:nvPicPr>
          <p:cNvPr id="19" name="Image 1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4" y="2611582"/>
            <a:ext cx="704079" cy="296887"/>
          </a:xfrm>
          <a:prstGeom prst="rect">
            <a:avLst/>
          </a:prstGeom>
        </p:spPr>
      </p:pic>
      <p:pic>
        <p:nvPicPr>
          <p:cNvPr id="20" name="Image 2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33" y="2645424"/>
            <a:ext cx="911997" cy="229202"/>
          </a:xfrm>
          <a:prstGeom prst="rect">
            <a:avLst/>
          </a:prstGeom>
        </p:spPr>
      </p:pic>
      <p:pic>
        <p:nvPicPr>
          <p:cNvPr id="21" name="Image 3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45" y="3379859"/>
            <a:ext cx="647441" cy="322859"/>
          </a:xfrm>
          <a:prstGeom prst="rect">
            <a:avLst/>
          </a:prstGeom>
        </p:spPr>
      </p:pic>
      <p:pic>
        <p:nvPicPr>
          <p:cNvPr id="22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672" y="3422059"/>
            <a:ext cx="876597" cy="238458"/>
          </a:xfrm>
          <a:prstGeom prst="rect">
            <a:avLst/>
          </a:prstGeom>
        </p:spPr>
      </p:pic>
      <p:pic>
        <p:nvPicPr>
          <p:cNvPr id="23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291" y="4295665"/>
            <a:ext cx="1136145" cy="183983"/>
          </a:xfrm>
          <a:prstGeom prst="rect">
            <a:avLst/>
          </a:prstGeom>
        </p:spPr>
      </p:pic>
      <p:pic>
        <p:nvPicPr>
          <p:cNvPr id="24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711" y="4249233"/>
            <a:ext cx="755041" cy="276848"/>
          </a:xfrm>
          <a:prstGeom prst="rect">
            <a:avLst/>
          </a:prstGeom>
        </p:spPr>
      </p:pic>
      <p:pic>
        <p:nvPicPr>
          <p:cNvPr id="25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1720" y="5054536"/>
            <a:ext cx="1277211" cy="163663"/>
          </a:xfrm>
          <a:prstGeom prst="rect">
            <a:avLst/>
          </a:prstGeom>
        </p:spPr>
      </p:pic>
      <p:pic>
        <p:nvPicPr>
          <p:cNvPr id="26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083" y="5012283"/>
            <a:ext cx="842297" cy="248169"/>
          </a:xfrm>
          <a:prstGeom prst="rect">
            <a:avLst/>
          </a:prstGeom>
        </p:spPr>
      </p:pic>
      <p:pic>
        <p:nvPicPr>
          <p:cNvPr id="27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9668" y="4798470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1783080"/>
            <a:ext cx="8641080" cy="507492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7" name="Shape 5"/>
          <p:cNvSpPr/>
          <p:nvPr/>
        </p:nvSpPr>
        <p:spPr>
          <a:xfrm>
            <a:off x="5189220" y="2194560"/>
            <a:ext cx="0" cy="3474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3931920"/>
            <a:ext cx="6080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2194560"/>
            <a:ext cx="0" cy="347472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5669280"/>
            <a:ext cx="6080760" cy="0"/>
          </a:xfrm>
          <a:prstGeom prst="line">
            <a:avLst/>
          </a:prstGeom>
          <a:noFill/>
          <a:ln w="9525">
            <a:solidFill>
              <a:srgbClr val="0914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30545" y="3058161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3149601"/>
            <a:ext cx="1325880" cy="135090"/>
          </a:xfrm>
          <a:prstGeom prst="rect">
            <a:avLst/>
          </a:prstGeom>
        </p:spPr>
      </p:pic>
      <p:pic>
        <p:nvPicPr>
          <p:cNvPr id="19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414" y="3586443"/>
            <a:ext cx="876597" cy="238458"/>
          </a:xfrm>
          <a:prstGeom prst="rect">
            <a:avLst/>
          </a:prstGeom>
        </p:spPr>
      </p:pic>
      <p:pic>
        <p:nvPicPr>
          <p:cNvPr id="20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52" y="3586443"/>
            <a:ext cx="647441" cy="322859"/>
          </a:xfrm>
          <a:prstGeom prst="rect">
            <a:avLst/>
          </a:prstGeom>
        </p:spPr>
      </p:pic>
      <p:pic>
        <p:nvPicPr>
          <p:cNvPr id="21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100" y="2304288"/>
            <a:ext cx="911997" cy="229202"/>
          </a:xfrm>
          <a:prstGeom prst="rect">
            <a:avLst/>
          </a:prstGeom>
        </p:spPr>
      </p:pic>
      <p:pic>
        <p:nvPicPr>
          <p:cNvPr id="22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2716370"/>
            <a:ext cx="1325880" cy="131479"/>
          </a:xfrm>
          <a:prstGeom prst="rect">
            <a:avLst/>
          </a:prstGeom>
        </p:spPr>
      </p:pic>
      <p:pic>
        <p:nvPicPr>
          <p:cNvPr id="23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613" y="4476880"/>
            <a:ext cx="1136145" cy="183983"/>
          </a:xfrm>
          <a:prstGeom prst="rect">
            <a:avLst/>
          </a:prstGeom>
        </p:spPr>
      </p:pic>
      <p:pic>
        <p:nvPicPr>
          <p:cNvPr id="24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046" y="4843743"/>
            <a:ext cx="1277211" cy="163663"/>
          </a:xfrm>
          <a:prstGeom prst="rect">
            <a:avLst/>
          </a:prstGeom>
        </p:spPr>
      </p:pic>
      <p:pic>
        <p:nvPicPr>
          <p:cNvPr id="25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5488" y="5190286"/>
            <a:ext cx="755041" cy="276848"/>
          </a:xfrm>
          <a:prstGeom prst="rect">
            <a:avLst/>
          </a:prstGeom>
        </p:spPr>
      </p:pic>
      <p:pic>
        <p:nvPicPr>
          <p:cNvPr id="26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926" y="4755644"/>
            <a:ext cx="949892" cy="22005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078474" y="4353308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466" y="2494173"/>
            <a:ext cx="704079" cy="296887"/>
          </a:xfrm>
          <a:prstGeom prst="rect">
            <a:avLst/>
          </a:prstGeom>
        </p:spPr>
      </p:pic>
      <p:pic>
        <p:nvPicPr>
          <p:cNvPr id="14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555" y="2528015"/>
            <a:ext cx="911997" cy="229202"/>
          </a:xfrm>
          <a:prstGeom prst="rect">
            <a:avLst/>
          </a:prstGeom>
        </p:spPr>
      </p:pic>
      <p:pic>
        <p:nvPicPr>
          <p:cNvPr id="15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310" y="3048115"/>
            <a:ext cx="647441" cy="3228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8922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164074" y="2767095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8" name="Image 3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946" y="2858535"/>
            <a:ext cx="1325880" cy="135090"/>
          </a:xfrm>
          <a:prstGeom prst="rect">
            <a:avLst/>
          </a:prstGeom>
        </p:spPr>
      </p:pic>
      <p:pic>
        <p:nvPicPr>
          <p:cNvPr id="19" name="Image 4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636" y="2806851"/>
            <a:ext cx="876597" cy="23845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14884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433" y="4379424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034" y="4332992"/>
            <a:ext cx="755041" cy="276848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6900" y="4956513"/>
            <a:ext cx="1277211" cy="163663"/>
          </a:xfrm>
          <a:prstGeom prst="rect">
            <a:avLst/>
          </a:prstGeom>
        </p:spPr>
      </p:pic>
      <p:pic>
        <p:nvPicPr>
          <p:cNvPr id="24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1406" y="4914260"/>
            <a:ext cx="842297" cy="248169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18922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6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4464" y="4644851"/>
            <a:ext cx="949892" cy="220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1874520"/>
            <a:ext cx="2727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9220" y="5797296"/>
            <a:ext cx="3040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6126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9220" y="20116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4074" y="2200167"/>
            <a:ext cx="1563624" cy="317970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15875">
            <a:solidFill>
              <a:srgbClr val="009384"/>
            </a:solidFill>
            <a:prstDash val="solid"/>
          </a:ln>
        </p:spPr>
      </p:sp>
      <p:pic>
        <p:nvPicPr>
          <p:cNvPr id="15" name="Image 0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2946" y="2291607"/>
            <a:ext cx="1325880" cy="135090"/>
          </a:xfrm>
          <a:prstGeom prst="rect">
            <a:avLst/>
          </a:prstGeom>
        </p:spPr>
      </p:pic>
      <p:pic>
        <p:nvPicPr>
          <p:cNvPr id="16" name="Image 1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36" y="2239923"/>
            <a:ext cx="876597" cy="238458"/>
          </a:xfrm>
          <a:prstGeom prst="rect">
            <a:avLst/>
          </a:prstGeom>
        </p:spPr>
      </p:pic>
      <p:pic>
        <p:nvPicPr>
          <p:cNvPr id="17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66" y="2764651"/>
            <a:ext cx="647441" cy="322859"/>
          </a:xfrm>
          <a:prstGeom prst="rect">
            <a:avLst/>
          </a:prstGeom>
        </p:spPr>
      </p:pic>
      <p:pic>
        <p:nvPicPr>
          <p:cNvPr id="18" name="Image 3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935" y="2811479"/>
            <a:ext cx="911997" cy="229202"/>
          </a:xfrm>
          <a:prstGeom prst="rect">
            <a:avLst/>
          </a:prstGeom>
        </p:spPr>
      </p:pic>
      <p:pic>
        <p:nvPicPr>
          <p:cNvPr id="19" name="Image 4" descr="/Users/aaronwood/dev/recur-deck/.scratch/recur-sell-deck/assets/10-market-map-prototype/work/northwind-w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3427268"/>
            <a:ext cx="1325880" cy="13147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14884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1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433" y="4379424"/>
            <a:ext cx="1136145" cy="183983"/>
          </a:xfrm>
          <a:prstGeom prst="rect">
            <a:avLst/>
          </a:prstGeom>
        </p:spPr>
      </p:pic>
      <p:pic>
        <p:nvPicPr>
          <p:cNvPr id="22" name="Image 6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3948" y="4389585"/>
            <a:ext cx="1277211" cy="163663"/>
          </a:xfrm>
          <a:prstGeom prst="rect">
            <a:avLst/>
          </a:prstGeom>
        </p:spPr>
      </p:pic>
      <p:pic>
        <p:nvPicPr>
          <p:cNvPr id="23" name="Image 7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510" y="4899920"/>
            <a:ext cx="755041" cy="27684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189220" y="3840480"/>
            <a:ext cx="3040380" cy="1828800"/>
          </a:xfrm>
          <a:prstGeom prst="rect">
            <a:avLst/>
          </a:prstGeom>
          <a:solidFill>
            <a:srgbClr val="F3F6FA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8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0940" y="4644851"/>
            <a:ext cx="949892" cy="22005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155180" y="464515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2026-09-15T23:35:13Z</dcterms:created>
  <dcterms:modified xsi:type="dcterms:W3CDTF">2026-09-15T23:35:13Z</dcterms:modified>
</cp:coreProperties>
</file>