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ticket 10: packed / stress. Copy and placements are illustrative and unverified. no collisions possible: uniform slots, max 6 per 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41080" y="0"/>
            <a:ext cx="3550615" cy="6858000"/>
          </a:xfrm>
          <a:prstGeom prst="rect">
            <a:avLst/>
          </a:prstGeom>
          <a:solidFill>
            <a:srgbClr val="09142F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1874520"/>
            <a:ext cx="27276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SEGMENT FOCUS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508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1508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4884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8922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48840" y="6126480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MODEL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48840" y="2011680"/>
            <a:ext cx="3040380" cy="1828800"/>
          </a:xfrm>
          <a:prstGeom prst="rect">
            <a:avLst/>
          </a:prstGeom>
          <a:solidFill>
            <a:srgbClr val="F3F6F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89220" y="2011680"/>
            <a:ext cx="3040380" cy="1828800"/>
          </a:xfrm>
          <a:prstGeom prst="rect">
            <a:avLst/>
          </a:prstGeom>
          <a:solidFill>
            <a:srgbClr val="F3F6F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4074" y="2200167"/>
            <a:ext cx="1563624" cy="317970"/>
          </a:xfrm>
          <a:prstGeom prst="roundRect">
            <a:avLst>
              <a:gd name="adj" fmla="val 17254"/>
            </a:avLst>
          </a:prstGeom>
          <a:solidFill>
            <a:srgbClr val="FFFFFF"/>
          </a:solidFill>
          <a:ln w="15875">
            <a:solidFill>
              <a:srgbClr val="009384"/>
            </a:solidFill>
            <a:prstDash val="solid"/>
          </a:ln>
        </p:spPr>
      </p:sp>
      <p:pic>
        <p:nvPicPr>
          <p:cNvPr id="15" name="Image 0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2946" y="2291607"/>
            <a:ext cx="1325880" cy="135090"/>
          </a:xfrm>
          <a:prstGeom prst="rect">
            <a:avLst/>
          </a:prstGeom>
        </p:spPr>
      </p:pic>
      <p:pic>
        <p:nvPicPr>
          <p:cNvPr id="16" name="Image 1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636" y="2239923"/>
            <a:ext cx="876597" cy="238458"/>
          </a:xfrm>
          <a:prstGeom prst="rect">
            <a:avLst/>
          </a:prstGeom>
        </p:spPr>
      </p:pic>
      <p:pic>
        <p:nvPicPr>
          <p:cNvPr id="17" name="Image 2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166" y="2764651"/>
            <a:ext cx="647441" cy="322859"/>
          </a:xfrm>
          <a:prstGeom prst="rect">
            <a:avLst/>
          </a:prstGeom>
        </p:spPr>
      </p:pic>
      <p:pic>
        <p:nvPicPr>
          <p:cNvPr id="18" name="Image 3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935" y="2811479"/>
            <a:ext cx="911997" cy="229202"/>
          </a:xfrm>
          <a:prstGeom prst="rect">
            <a:avLst/>
          </a:prstGeom>
        </p:spPr>
      </p:pic>
      <p:pic>
        <p:nvPicPr>
          <p:cNvPr id="19" name="Image 4" descr="/Users/aaronwood/dev/recur-deck/.scratch/recur-sell-deck/assets/10-market-map-prototype/work/northwind-wi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470" y="3427268"/>
            <a:ext cx="1325880" cy="131479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148840" y="3840480"/>
            <a:ext cx="3040380" cy="1828800"/>
          </a:xfrm>
          <a:prstGeom prst="rect">
            <a:avLst/>
          </a:prstGeom>
          <a:solidFill>
            <a:srgbClr val="F3F6FA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1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7433" y="4379424"/>
            <a:ext cx="1136145" cy="183983"/>
          </a:xfrm>
          <a:prstGeom prst="rect">
            <a:avLst/>
          </a:prstGeom>
        </p:spPr>
      </p:pic>
      <p:pic>
        <p:nvPicPr>
          <p:cNvPr id="22" name="Image 6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3948" y="4389585"/>
            <a:ext cx="1277211" cy="163663"/>
          </a:xfrm>
          <a:prstGeom prst="rect">
            <a:avLst/>
          </a:prstGeom>
        </p:spPr>
      </p:pic>
      <p:pic>
        <p:nvPicPr>
          <p:cNvPr id="23" name="Image 7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510" y="4899920"/>
            <a:ext cx="755041" cy="276848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5189220" y="3840480"/>
            <a:ext cx="3040380" cy="1828800"/>
          </a:xfrm>
          <a:prstGeom prst="rect">
            <a:avLst/>
          </a:prstGeom>
          <a:solidFill>
            <a:srgbClr val="F3F6FA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5" name="Image 8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0940" y="4644851"/>
            <a:ext cx="949892" cy="22005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155180" y="4645152"/>
            <a:ext cx="635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2026-09-15T23:35:13Z</dcterms:created>
  <dcterms:modified xsi:type="dcterms:W3CDTF">2026-09-15T23:35:13Z</dcterms:modified>
</cp:coreProperties>
</file>