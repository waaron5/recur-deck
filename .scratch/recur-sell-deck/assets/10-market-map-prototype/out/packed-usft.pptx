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ticket 10: packed / usft. Copy and placements are illustrative and unverified. no collisions possible: uniform slots, max 6 per 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1874520"/>
            <a:ext cx="27276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508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1508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4884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8922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48840" y="612648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48840" y="20116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0" descr="/Users/aaronwood/dev/recur-deck/.scratch/recur-sell-deck/assets/06-slide-prototype/logos/azu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3466" y="2494173"/>
            <a:ext cx="704079" cy="296887"/>
          </a:xfrm>
          <a:prstGeom prst="rect">
            <a:avLst/>
          </a:prstGeom>
        </p:spPr>
      </p:pic>
      <p:pic>
        <p:nvPicPr>
          <p:cNvPr id="14" name="Image 1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555" y="2528015"/>
            <a:ext cx="911997" cy="229202"/>
          </a:xfrm>
          <a:prstGeom prst="rect">
            <a:avLst/>
          </a:prstGeom>
        </p:spPr>
      </p:pic>
      <p:pic>
        <p:nvPicPr>
          <p:cNvPr id="15" name="Image 2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310" y="3048115"/>
            <a:ext cx="647441" cy="32285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189220" y="20116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164074" y="2767095"/>
            <a:ext cx="1563624" cy="317970"/>
          </a:xfrm>
          <a:prstGeom prst="roundRect">
            <a:avLst>
              <a:gd name="adj" fmla="val 17254"/>
            </a:avLst>
          </a:prstGeom>
          <a:solidFill>
            <a:srgbClr val="FFFFFF"/>
          </a:solidFill>
          <a:ln w="15875">
            <a:solidFill>
              <a:srgbClr val="009384"/>
            </a:solidFill>
            <a:prstDash val="solid"/>
          </a:ln>
        </p:spPr>
      </p:sp>
      <p:pic>
        <p:nvPicPr>
          <p:cNvPr id="18" name="Image 3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946" y="2858535"/>
            <a:ext cx="1325880" cy="135090"/>
          </a:xfrm>
          <a:prstGeom prst="rect">
            <a:avLst/>
          </a:prstGeom>
        </p:spPr>
      </p:pic>
      <p:pic>
        <p:nvPicPr>
          <p:cNvPr id="19" name="Image 4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4636" y="2806851"/>
            <a:ext cx="876597" cy="23845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148840" y="38404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1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7433" y="4379424"/>
            <a:ext cx="1136145" cy="183983"/>
          </a:xfrm>
          <a:prstGeom prst="rect">
            <a:avLst/>
          </a:prstGeom>
        </p:spPr>
      </p:pic>
      <p:pic>
        <p:nvPicPr>
          <p:cNvPr id="22" name="Image 6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5034" y="4332992"/>
            <a:ext cx="755041" cy="276848"/>
          </a:xfrm>
          <a:prstGeom prst="rect">
            <a:avLst/>
          </a:prstGeom>
        </p:spPr>
      </p:pic>
      <p:pic>
        <p:nvPicPr>
          <p:cNvPr id="23" name="Image 7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6900" y="4956513"/>
            <a:ext cx="1277211" cy="163663"/>
          </a:xfrm>
          <a:prstGeom prst="rect">
            <a:avLst/>
          </a:prstGeom>
        </p:spPr>
      </p:pic>
      <p:pic>
        <p:nvPicPr>
          <p:cNvPr id="24" name="Image 8" descr="/Users/aaronwood/dev/recur-deck/.scratch/recur-sell-deck/assets/06-slide-prototype/logos/teletra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1406" y="4914260"/>
            <a:ext cx="842297" cy="248169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5189220" y="38404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6" name="Image 9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4464" y="4644851"/>
            <a:ext cx="949892" cy="2200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2026-09-15T23:35:13Z</dcterms:created>
  <dcterms:modified xsi:type="dcterms:W3CDTF">2026-09-15T23:35:13Z</dcterms:modified>
</cp:coreProperties>
</file>