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freegrid / stress. Copy and placements are illustrative and unverified. no collisions after code nudging.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1783080"/>
            <a:ext cx="8641080" cy="507492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7" name="Shape 5"/>
          <p:cNvSpPr/>
          <p:nvPr/>
        </p:nvSpPr>
        <p:spPr>
          <a:xfrm>
            <a:off x="5189220" y="2194560"/>
            <a:ext cx="0" cy="3474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3931920"/>
            <a:ext cx="60807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2194560"/>
            <a:ext cx="0" cy="347472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5669280"/>
            <a:ext cx="6080760" cy="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30545" y="3058161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8" name="Image 0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9417" y="3149601"/>
            <a:ext cx="1325880" cy="135090"/>
          </a:xfrm>
          <a:prstGeom prst="rect">
            <a:avLst/>
          </a:prstGeom>
        </p:spPr>
      </p:pic>
      <p:pic>
        <p:nvPicPr>
          <p:cNvPr id="19" name="Image 1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414" y="3586443"/>
            <a:ext cx="876597" cy="238458"/>
          </a:xfrm>
          <a:prstGeom prst="rect">
            <a:avLst/>
          </a:prstGeom>
        </p:spPr>
      </p:pic>
      <p:pic>
        <p:nvPicPr>
          <p:cNvPr id="20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52" y="3586443"/>
            <a:ext cx="647441" cy="322859"/>
          </a:xfrm>
          <a:prstGeom prst="rect">
            <a:avLst/>
          </a:prstGeom>
        </p:spPr>
      </p:pic>
      <p:pic>
        <p:nvPicPr>
          <p:cNvPr id="21" name="Image 3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100" y="2304288"/>
            <a:ext cx="911997" cy="229202"/>
          </a:xfrm>
          <a:prstGeom prst="rect">
            <a:avLst/>
          </a:prstGeom>
        </p:spPr>
      </p:pic>
      <p:pic>
        <p:nvPicPr>
          <p:cNvPr id="22" name="Image 4" descr="/Users/aaronwood/dev/recur-deck/.scratch/recur-sell-deck/assets/10-market-map-prototype/work/northwind-wi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254" y="2716370"/>
            <a:ext cx="1325880" cy="131479"/>
          </a:xfrm>
          <a:prstGeom prst="rect">
            <a:avLst/>
          </a:prstGeom>
        </p:spPr>
      </p:pic>
      <p:pic>
        <p:nvPicPr>
          <p:cNvPr id="23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613" y="4476880"/>
            <a:ext cx="1136145" cy="183983"/>
          </a:xfrm>
          <a:prstGeom prst="rect">
            <a:avLst/>
          </a:prstGeom>
        </p:spPr>
      </p:pic>
      <p:pic>
        <p:nvPicPr>
          <p:cNvPr id="24" name="Image 6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5046" y="4843743"/>
            <a:ext cx="1277211" cy="163663"/>
          </a:xfrm>
          <a:prstGeom prst="rect">
            <a:avLst/>
          </a:prstGeom>
        </p:spPr>
      </p:pic>
      <p:pic>
        <p:nvPicPr>
          <p:cNvPr id="25" name="Image 7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5488" y="5190286"/>
            <a:ext cx="755041" cy="276848"/>
          </a:xfrm>
          <a:prstGeom prst="rect">
            <a:avLst/>
          </a:prstGeom>
        </p:spPr>
      </p:pic>
      <p:pic>
        <p:nvPicPr>
          <p:cNvPr id="26" name="Image 8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926" y="4755644"/>
            <a:ext cx="949892" cy="22005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078474" y="4353308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2026-09-15T23:35:13Z</dcterms:created>
  <dcterms:modified xsi:type="dcterms:W3CDTF">2026-09-15T23:35:13Z</dcterms:modified>
</cp:coreProperties>
</file>