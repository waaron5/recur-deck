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PROTOTYPE ticket 10: free / stress. Copy and placements are illustrative and unverified. no collisions after code nudging.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for US Fleet Tracking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telematics splits between enterprise platforms and simple trackers for small fleets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41080" y="0"/>
            <a:ext cx="3550615" cy="6858000"/>
          </a:xfrm>
          <a:prstGeom prst="rect">
            <a:avLst/>
          </a:prstGeom>
          <a:solidFill>
            <a:srgbClr val="09142F"/>
          </a:solidFill>
          <a:ln/>
        </p:spPr>
      </p:sp>
      <p:sp>
        <p:nvSpPr>
          <p:cNvPr id="5" name="Text 3"/>
          <p:cNvSpPr/>
          <p:nvPr/>
        </p:nvSpPr>
        <p:spPr>
          <a:xfrm>
            <a:off x="9052560" y="1874520"/>
            <a:ext cx="27276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take: 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wins small fleets that want fast tracking without a contract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platforms bundle long contracts and features small fleets rarely use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AI-first entrants chase trucking compliance more than quick live tracking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can add AI scoring to the GPS and video it streams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0" y="1783080"/>
            <a:ext cx="8641080" cy="5074920"/>
          </a:xfrm>
          <a:prstGeom prst="rect">
            <a:avLst/>
          </a:prstGeom>
          <a:solidFill>
            <a:srgbClr val="EEF3F9"/>
          </a:solidFill>
          <a:ln/>
        </p:spPr>
      </p:sp>
      <p:sp>
        <p:nvSpPr>
          <p:cNvPr id="7" name="Shape 5"/>
          <p:cNvSpPr/>
          <p:nvPr/>
        </p:nvSpPr>
        <p:spPr>
          <a:xfrm>
            <a:off x="2148840" y="2194560"/>
            <a:ext cx="0" cy="3474720"/>
          </a:xfrm>
          <a:prstGeom prst="line">
            <a:avLst/>
          </a:prstGeom>
          <a:noFill/>
          <a:ln w="9525">
            <a:solidFill>
              <a:srgbClr val="09142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5669280"/>
            <a:ext cx="6080760" cy="0"/>
          </a:xfrm>
          <a:prstGeom prst="line">
            <a:avLst/>
          </a:prstGeom>
          <a:noFill/>
          <a:ln w="9525">
            <a:solidFill>
              <a:srgbClr val="0914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SEGMENT FOCUS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1508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commercial fleets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1508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and large fleets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48840" y="5797296"/>
            <a:ext cx="3040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Contract-bundled platform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89220" y="5797296"/>
            <a:ext cx="3040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No-contract live tracking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48840" y="6126480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MODEL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730545" y="3058161"/>
            <a:ext cx="1563624" cy="317970"/>
          </a:xfrm>
          <a:prstGeom prst="roundRect">
            <a:avLst>
              <a:gd name="adj" fmla="val 17254"/>
            </a:avLst>
          </a:prstGeom>
          <a:solidFill>
            <a:srgbClr val="FFFFFF"/>
          </a:solidFill>
          <a:ln w="15875">
            <a:solidFill>
              <a:srgbClr val="009384"/>
            </a:solidFill>
            <a:prstDash val="solid"/>
          </a:ln>
        </p:spPr>
      </p:sp>
      <p:pic>
        <p:nvPicPr>
          <p:cNvPr id="16" name="Image 0" descr="/Users/aaronwood/dev/recur-deck/.scratch/recur-sell-deck/assets/06-slide-prototype/logos/us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9417" y="3149601"/>
            <a:ext cx="1325880" cy="135090"/>
          </a:xfrm>
          <a:prstGeom prst="rect">
            <a:avLst/>
          </a:prstGeom>
        </p:spPr>
      </p:pic>
      <p:pic>
        <p:nvPicPr>
          <p:cNvPr id="17" name="Image 1" descr="/Users/aaronwood/dev/recur-deck/.scratch/recur-sell-deck/assets/06-slide-prototype/logos/linx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414" y="3586443"/>
            <a:ext cx="876597" cy="238458"/>
          </a:xfrm>
          <a:prstGeom prst="rect">
            <a:avLst/>
          </a:prstGeom>
        </p:spPr>
      </p:pic>
      <p:pic>
        <p:nvPicPr>
          <p:cNvPr id="18" name="Image 2" descr="/Users/aaronwood/dev/recur-deck/.scratch/recur-sell-deck/assets/06-slide-prototype/logos/forceby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152" y="3586443"/>
            <a:ext cx="647441" cy="322859"/>
          </a:xfrm>
          <a:prstGeom prst="rect">
            <a:avLst/>
          </a:prstGeom>
        </p:spPr>
      </p:pic>
      <p:pic>
        <p:nvPicPr>
          <p:cNvPr id="19" name="Image 3" descr="/Users/aaronwood/dev/recur-deck/.scratch/recur-sell-deck/assets/06-slide-prototype/logos/gpsins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100" y="2304288"/>
            <a:ext cx="911997" cy="229202"/>
          </a:xfrm>
          <a:prstGeom prst="rect">
            <a:avLst/>
          </a:prstGeom>
        </p:spPr>
      </p:pic>
      <p:pic>
        <p:nvPicPr>
          <p:cNvPr id="20" name="Image 4" descr="/Users/aaronwood/dev/recur-deck/.scratch/recur-sell-deck/assets/10-market-map-prototype/work/northwind-wi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254" y="2716370"/>
            <a:ext cx="1325880" cy="131479"/>
          </a:xfrm>
          <a:prstGeom prst="rect">
            <a:avLst/>
          </a:prstGeom>
        </p:spPr>
      </p:pic>
      <p:pic>
        <p:nvPicPr>
          <p:cNvPr id="21" name="Image 5" descr="/Users/aaronwood/dev/recur-deck/.scratch/recur-sell-deck/assets/06-slide-prototype/logos/samsar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4613" y="4476880"/>
            <a:ext cx="1136145" cy="183983"/>
          </a:xfrm>
          <a:prstGeom prst="rect">
            <a:avLst/>
          </a:prstGeom>
        </p:spPr>
      </p:pic>
      <p:pic>
        <p:nvPicPr>
          <p:cNvPr id="22" name="Image 6" descr="/Users/aaronwood/dev/recur-deck/.scratch/recur-sell-deck/assets/06-slide-prototype/logos/geota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5046" y="4843743"/>
            <a:ext cx="1277211" cy="163663"/>
          </a:xfrm>
          <a:prstGeom prst="rect">
            <a:avLst/>
          </a:prstGeom>
        </p:spPr>
      </p:pic>
      <p:pic>
        <p:nvPicPr>
          <p:cNvPr id="23" name="Image 7" descr="/Users/aaronwood/dev/recur-deck/.scratch/recur-sell-deck/assets/06-slide-prototype/logos/verizo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5488" y="5190286"/>
            <a:ext cx="755041" cy="276848"/>
          </a:xfrm>
          <a:prstGeom prst="rect">
            <a:avLst/>
          </a:prstGeom>
        </p:spPr>
      </p:pic>
      <p:pic>
        <p:nvPicPr>
          <p:cNvPr id="24" name="Image 8" descr="/Users/aaronwood/dev/recur-deck/.scratch/recur-sell-deck/assets/06-slide-prototype/logos/motiv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1926" y="4755644"/>
            <a:ext cx="949892" cy="22005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078474" y="4353308"/>
            <a:ext cx="635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2026-09-15T23:35:13Z</dcterms:created>
  <dcterms:modified xsi:type="dcterms:W3CDTF">2026-09-15T23:35:13Z</dcterms:modified>
</cp:coreProperties>
</file>