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 / usft.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62802" y="2666145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6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674" y="2757585"/>
            <a:ext cx="1325880" cy="135090"/>
          </a:xfrm>
          <a:prstGeom prst="rect">
            <a:avLst/>
          </a:prstGeom>
        </p:spPr>
      </p:pic>
      <p:pic>
        <p:nvPicPr>
          <p:cNvPr id="17" name="Image 1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4" y="2611582"/>
            <a:ext cx="704079" cy="296887"/>
          </a:xfrm>
          <a:prstGeom prst="rect">
            <a:avLst/>
          </a:prstGeom>
        </p:spPr>
      </p:pic>
      <p:pic>
        <p:nvPicPr>
          <p:cNvPr id="18" name="Image 2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33" y="2645424"/>
            <a:ext cx="911997" cy="229202"/>
          </a:xfrm>
          <a:prstGeom prst="rect">
            <a:avLst/>
          </a:prstGeom>
        </p:spPr>
      </p:pic>
      <p:pic>
        <p:nvPicPr>
          <p:cNvPr id="19" name="Image 3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45" y="3379859"/>
            <a:ext cx="647441" cy="322859"/>
          </a:xfrm>
          <a:prstGeom prst="rect">
            <a:avLst/>
          </a:prstGeom>
        </p:spPr>
      </p:pic>
      <p:pic>
        <p:nvPicPr>
          <p:cNvPr id="20" name="Image 4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672" y="3422059"/>
            <a:ext cx="876597" cy="238458"/>
          </a:xfrm>
          <a:prstGeom prst="rect">
            <a:avLst/>
          </a:prstGeom>
        </p:spPr>
      </p:pic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291" y="4295665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8711" y="4249233"/>
            <a:ext cx="755041" cy="276848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1720" y="5054536"/>
            <a:ext cx="1277211" cy="163663"/>
          </a:xfrm>
          <a:prstGeom prst="rect">
            <a:avLst/>
          </a:prstGeom>
        </p:spPr>
      </p:pic>
      <p:pic>
        <p:nvPicPr>
          <p:cNvPr id="24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083" y="5012283"/>
            <a:ext cx="842297" cy="248169"/>
          </a:xfrm>
          <a:prstGeom prst="rect">
            <a:avLst/>
          </a:prstGeom>
        </p:spPr>
      </p:pic>
      <p:pic>
        <p:nvPicPr>
          <p:cNvPr id="25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9668" y="4798470"/>
            <a:ext cx="949892" cy="2200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