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PROTOTYPE. Source record would go here: company identification, HQ (official site), landmark file + license + author, logo URLs.
Landmark: Wikimedia Commons "Oklahoma city downtown.JPG", Urbanative, CC BY-SA 3.0.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PROTOTYPE. Each thesis bullet paired with its sources would go here. Copy on this slide is illustrative and unverified.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PROTOTYPE. Axis reasoning and each competitor's evidence and placement reasoning would go here. Placements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.scratch/recur-sell-deck/assets/06-slide-prototype/work/land-spl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0"/>
            <a:ext cx="74368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4754880" y="0"/>
            <a:ext cx="73152" cy="6858000"/>
          </a:xfrm>
          <a:prstGeom prst="rect">
            <a:avLst/>
          </a:prstGeom>
          <a:solidFill>
            <a:srgbClr val="009384"/>
          </a:solidFill>
          <a:ln/>
        </p:spPr>
      </p:sp>
      <p:pic>
        <p:nvPicPr>
          <p:cNvPr id="5" name="Image 1" descr="/Users/aaronwood/dev/recur-deck/.scratch/recur-sell-deck/assets/06-slide-prototype/logos/recur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86522"/>
            <a:ext cx="2560320" cy="47327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31520" y="3063240"/>
            <a:ext cx="3291840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pic>
        <p:nvPicPr>
          <p:cNvPr id="7" name="Image 2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87082"/>
            <a:ext cx="3291840" cy="33539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520" y="5989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City, Oklahoma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see in US Fleet Tracking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554480"/>
            <a:ext cx="1083564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7556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we're here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46120" y="1719072"/>
            <a:ext cx="827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commercial fleets are still moving to live vehicle tracking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46120" y="2212848"/>
            <a:ext cx="8275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small fleets still dispatch with phone calls and spreadsheets</a:t>
            </a:r>
            <a:endParaRPr lang="en-US" sz="14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telematics platforms price and configure for large fleets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108960"/>
            <a:ext cx="1083564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3101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we're excited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46120" y="3273552"/>
            <a:ext cx="827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sells live GPS tracking without long contracts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46120" y="3767328"/>
            <a:ext cx="8275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see vehicle locations refresh on a live map every few seconds</a:t>
            </a:r>
            <a:endParaRPr lang="en-US" sz="14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GPS and in-vehicle video run in one app for dispatchers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663440"/>
            <a:ext cx="1083564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8646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can help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46120" y="4828032"/>
            <a:ext cx="827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sales engine and AI plan for US Fleet Tracking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46120" y="5321808"/>
            <a:ext cx="8275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outbound sales team to add to strong organic growth</a:t>
            </a:r>
            <a:endParaRPr lang="en-US" sz="14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AI features on the tracking and video data customers already share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64465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 Software Highly Confidential - Not for Distribution</a:t>
            </a:r>
            <a:endParaRPr lang="en-US" sz="700" dirty="0"/>
          </a:p>
        </p:txBody>
      </p:sp>
      <p:pic>
        <p:nvPicPr>
          <p:cNvPr id="16" name="Image 0" descr="/Users/aaronwood/dev/recur-deck/.scratch/recur-sell-deck/assets/06-slide-prototype/logos/recu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6355080"/>
            <a:ext cx="1005840" cy="18593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475720" y="62727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for US Fleet Tracking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telematics splits between enterprise platforms and simple trackers for small fleets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commercial fleets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02336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and large fleets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48840" y="61081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Contract-bundled platform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94960" y="61081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No-contract live tracking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SEGMENT FOCUS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148840" y="64190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MODEL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48840" y="2011680"/>
            <a:ext cx="3246120" cy="2011680"/>
          </a:xfrm>
          <a:prstGeom prst="rect">
            <a:avLst/>
          </a:prstGeom>
          <a:solidFill>
            <a:srgbClr val="F4F7FB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1" name="Image 0" descr="/Users/aaronwood/dev/recur-deck/.scratch/recur-sell-deck/assets/06-slide-prototype/logos/azu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8756" y="2514600"/>
            <a:ext cx="997527" cy="420624"/>
          </a:xfrm>
          <a:prstGeom prst="rect">
            <a:avLst/>
          </a:prstGeom>
        </p:spPr>
      </p:pic>
      <p:pic>
        <p:nvPicPr>
          <p:cNvPr id="12" name="Image 1" descr="/Users/aaronwood/dev/recur-deck/.scratch/recur-sell-deck/assets/06-slide-prototype/logos/gpsins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340" y="2558303"/>
            <a:ext cx="1325880" cy="333219"/>
          </a:xfrm>
          <a:prstGeom prst="rect">
            <a:avLst/>
          </a:prstGeom>
        </p:spPr>
      </p:pic>
      <p:pic>
        <p:nvPicPr>
          <p:cNvPr id="13" name="Image 2" descr="/Users/aaronwood/dev/recur-deck/.scratch/recur-sell-deck/assets/06-slide-prototype/logos/forceby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773" y="3099816"/>
            <a:ext cx="843493" cy="42062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394960" y="2011680"/>
            <a:ext cx="3246120" cy="2011680"/>
          </a:xfrm>
          <a:prstGeom prst="rect">
            <a:avLst/>
          </a:prstGeom>
          <a:solidFill>
            <a:srgbClr val="E6F6F4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5" name="Image 3" descr="/Users/aaronwood/dev/recur-deck/.scratch/recur-sell-deck/assets/06-slide-prototype/logos/linx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0" y="2837182"/>
            <a:ext cx="1325880" cy="360676"/>
          </a:xfrm>
          <a:prstGeom prst="rect">
            <a:avLst/>
          </a:prstGeom>
        </p:spPr>
      </p:pic>
      <p:pic>
        <p:nvPicPr>
          <p:cNvPr id="16" name="Image 4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460" y="2949975"/>
            <a:ext cx="1325880" cy="13509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2148840" y="4023360"/>
            <a:ext cx="3246120" cy="2011680"/>
          </a:xfrm>
          <a:prstGeom prst="rect">
            <a:avLst/>
          </a:prstGeom>
          <a:solidFill>
            <a:srgbClr val="F4F7FB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8" name="Image 5" descr="/Users/aaronwood/dev/recur-deck/.scratch/recur-sell-deck/assets/06-slide-prototype/logos/samsa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4580" y="4629238"/>
            <a:ext cx="1325880" cy="214708"/>
          </a:xfrm>
          <a:prstGeom prst="rect">
            <a:avLst/>
          </a:prstGeom>
        </p:spPr>
      </p:pic>
      <p:pic>
        <p:nvPicPr>
          <p:cNvPr id="19" name="Image 6" descr="/Users/aaronwood/dev/recur-deck/.scratch/recur-sell-deck/assets/06-slide-prototype/logos/veriz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2702" y="4526280"/>
            <a:ext cx="1147156" cy="420624"/>
          </a:xfrm>
          <a:prstGeom prst="rect">
            <a:avLst/>
          </a:prstGeom>
        </p:spPr>
      </p:pic>
      <p:pic>
        <p:nvPicPr>
          <p:cNvPr id="20" name="Image 7" descr="/Users/aaronwood/dev/recur-deck/.scratch/recur-sell-deck/assets/06-slide-prototype/logos/geota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4580" y="5236858"/>
            <a:ext cx="1325880" cy="169899"/>
          </a:xfrm>
          <a:prstGeom prst="rect">
            <a:avLst/>
          </a:prstGeom>
        </p:spPr>
      </p:pic>
      <p:pic>
        <p:nvPicPr>
          <p:cNvPr id="21" name="Image 8" descr="/Users/aaronwood/dev/recur-deck/.scratch/recur-sell-deck/assets/06-slide-prototype/logos/teletra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3340" y="5126484"/>
            <a:ext cx="1325880" cy="390649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5394960" y="4023360"/>
            <a:ext cx="3246120" cy="2011680"/>
          </a:xfrm>
          <a:prstGeom prst="rect">
            <a:avLst/>
          </a:prstGeom>
          <a:solidFill>
            <a:srgbClr val="F4F7FB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3" name="Image 9" descr="/Users/aaronwood/dev/recur-deck/.scratch/recur-sell-deck/assets/06-slide-prototype/logos/motiv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80" y="4875619"/>
            <a:ext cx="1325880" cy="307162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8915400" y="2011680"/>
            <a:ext cx="64008" cy="4023360"/>
          </a:xfrm>
          <a:prstGeom prst="rect">
            <a:avLst/>
          </a:prstGeom>
          <a:solidFill>
            <a:srgbClr val="009384"/>
          </a:solidFill>
          <a:ln/>
        </p:spPr>
      </p:sp>
      <p:sp>
        <p:nvSpPr>
          <p:cNvPr id="25" name="Shape 13"/>
          <p:cNvSpPr/>
          <p:nvPr/>
        </p:nvSpPr>
        <p:spPr>
          <a:xfrm>
            <a:off x="8979408" y="2011680"/>
            <a:ext cx="2926080" cy="40233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6" name="Text 14"/>
          <p:cNvSpPr/>
          <p:nvPr/>
        </p:nvSpPr>
        <p:spPr>
          <a:xfrm>
            <a:off x="9162288" y="2194560"/>
            <a:ext cx="2560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wins small fleets that want fast tracking without a contract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bundle long contracts and features small fleets rarely use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entrants chase trucking compliance more than quick live tracking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u="sng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can add AI scoring to the GPS and video it streams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Recur x US Fleet Tracking_vS/Slid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Recur x US Fleet Tracking_vS/Slid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Recur x US Fleet Tracking_vS/Slid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Recur x US Fleet Tracking_vS/Slid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Recur x US Fleet Tracking_vS/Slid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Recur x US Fleet Tracking_vS/Slid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2026-09-15T21:34:47Z</dcterms:created>
  <dcterms:modified xsi:type="dcterms:W3CDTF">2026-09-15T21:34:47Z</dcterms:modified>
</cp:coreProperties>
</file>