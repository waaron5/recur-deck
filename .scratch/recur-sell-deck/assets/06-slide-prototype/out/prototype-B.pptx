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PROTOTYPE. Source record would go here: company identification, HQ (official site), landmark file + license + author, logo URLs.
Landmark: Wikimedia Commons "Oklahoma city downtown.JPG", Urbanative, CC BY-SA 3.0.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PROTOTYPE. Each thesis bullet paired with its sources would go here. Copy on this slide is illustrative and unverified.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PROTOTYPE. Axis reasoning and each competitor's evidence and placement reasoning would go here. Placements are illustrative.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.scratch/recur-sell-deck/assets/06-slide-prototype/work/land-16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42F">
              <a:alpha val="2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377440" y="2606040"/>
            <a:ext cx="7434072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1" descr="/Users/aaronwood/dev/recur-deck/.scratch/recur-sell-deck/assets/06-slide-prototype/logos/recur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3158557"/>
            <a:ext cx="2926080" cy="54088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9048" y="2834640"/>
            <a:ext cx="0" cy="1188720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pic>
        <p:nvPicPr>
          <p:cNvPr id="7" name="Image 2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272948"/>
            <a:ext cx="3063240" cy="3121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see in US Fleet Tracking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600200"/>
            <a:ext cx="3429000" cy="82296"/>
          </a:xfrm>
          <a:prstGeom prst="rect">
            <a:avLst/>
          </a:prstGeom>
          <a:solidFill>
            <a:srgbClr val="09142F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810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WE'RE HERE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219456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commercial fleets are still moving to live vehicle tracking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5800" y="352044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small fleets still dispatch with phone calls and spreadsheets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telematics platforms price and configure for large fleets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429000" cy="82296"/>
          </a:xfrm>
          <a:prstGeom prst="rect">
            <a:avLst/>
          </a:prstGeom>
          <a:solidFill>
            <a:srgbClr val="0E7896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810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7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WE'RE EXCITED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43400" y="219456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sells live GPS tracking without long contracts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343400" y="352044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see vehicle locations refresh on a live map every few seconds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GPS and in-vehicle video run in one app for dispatchers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01000" y="1600200"/>
            <a:ext cx="3429000" cy="82296"/>
          </a:xfrm>
          <a:prstGeom prst="rect">
            <a:avLst/>
          </a:prstGeom>
          <a:solidFill>
            <a:srgbClr val="009384"/>
          </a:solidFill>
          <a:ln/>
        </p:spPr>
      </p:sp>
      <p:sp>
        <p:nvSpPr>
          <p:cNvPr id="12" name="Text 10"/>
          <p:cNvSpPr/>
          <p:nvPr/>
        </p:nvSpPr>
        <p:spPr>
          <a:xfrm>
            <a:off x="8001000" y="18105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CAN HELP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01000" y="2194560"/>
            <a:ext cx="3429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sales engine and AI plan for US Fleet Tracking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001000" y="3520440"/>
            <a:ext cx="3429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outbound sales team to add to strong organic growth</a:t>
            </a:r>
            <a:endParaRPr lang="en-US" sz="1400" dirty="0"/>
          </a:p>
          <a:p>
            <a:pPr marL="190500" indent="-1905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333F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AI features on the tracking and video data customers already share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644652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 Software Highly Confidential - Not for Distribution</a:t>
            </a:r>
            <a:endParaRPr lang="en-US" sz="700" dirty="0"/>
          </a:p>
        </p:txBody>
      </p:sp>
      <p:pic>
        <p:nvPicPr>
          <p:cNvPr id="16" name="Image 0" descr="/Users/aaronwood/dev/recur-deck/.scratch/recur-sell-deck/assets/06-slide-prototype/logos/recur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6355080"/>
            <a:ext cx="1005840" cy="18593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475720" y="62727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49640" y="0"/>
            <a:ext cx="3642055" cy="6858000"/>
          </a:xfrm>
          <a:prstGeom prst="rect">
            <a:avLst/>
          </a:prstGeom>
          <a:solidFill>
            <a:srgbClr val="09142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91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for US Fleet Tracking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0972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telematics splits between enterprise platforms and simple trackers for small fleets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51560" y="4023360"/>
            <a:ext cx="6949440" cy="0"/>
          </a:xfrm>
          <a:prstGeom prst="line">
            <a:avLst/>
          </a:prstGeom>
          <a:noFill/>
          <a:ln w="15875">
            <a:solidFill>
              <a:srgbClr val="09142F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26280" y="2057400"/>
            <a:ext cx="0" cy="3931920"/>
          </a:xfrm>
          <a:prstGeom prst="line">
            <a:avLst/>
          </a:prstGeom>
          <a:noFill/>
          <a:ln w="15875">
            <a:solidFill>
              <a:srgbClr val="09142F"/>
            </a:solidFill>
            <a:prstDash val="solid"/>
            <a:headEnd type="triangl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15468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SMB commercial fleets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54680" y="6062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and large fleets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" y="34564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Contract-bundled platform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345643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9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No-contract live tracking</a:t>
            </a:r>
            <a:endParaRPr lang="en-US" sz="1100" dirty="0"/>
          </a:p>
        </p:txBody>
      </p:sp>
      <p:pic>
        <p:nvPicPr>
          <p:cNvPr id="11" name="Image 0" descr="/Users/aaronwood/dev/recur-deck/.scratch/recur-sell-deck/assets/06-slide-prototype/logos/azu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0674" y="2445106"/>
            <a:ext cx="1084269" cy="457200"/>
          </a:xfrm>
          <a:prstGeom prst="rect">
            <a:avLst/>
          </a:prstGeom>
        </p:spPr>
      </p:pic>
      <p:pic>
        <p:nvPicPr>
          <p:cNvPr id="12" name="Image 1" descr="/Users/aaronwood/dev/recur-deck/.scratch/recur-sell-deck/assets/06-slide-prototype/logos/gpsins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415" y="2495606"/>
            <a:ext cx="1417320" cy="356199"/>
          </a:xfrm>
          <a:prstGeom prst="rect">
            <a:avLst/>
          </a:prstGeom>
        </p:spPr>
      </p:pic>
      <p:pic>
        <p:nvPicPr>
          <p:cNvPr id="13" name="Image 2" descr="/Users/aaronwood/dev/recur-deck/.scratch/recur-sell-deck/assets/06-slide-prototype/logos/forceby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103" y="3344875"/>
            <a:ext cx="916841" cy="457200"/>
          </a:xfrm>
          <a:prstGeom prst="rect">
            <a:avLst/>
          </a:prstGeom>
        </p:spPr>
      </p:pic>
      <p:pic>
        <p:nvPicPr>
          <p:cNvPr id="14" name="Image 3" descr="/Users/aaronwood/dev/recur-deck/.scratch/recur-sell-deck/assets/06-slide-prototype/logos/linx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009" y="3380700"/>
            <a:ext cx="1417320" cy="38555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437937" y="2428646"/>
            <a:ext cx="16002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009384"/>
            </a:solidFill>
            <a:prstDash val="solid"/>
          </a:ln>
        </p:spPr>
      </p:sp>
      <p:pic>
        <p:nvPicPr>
          <p:cNvPr id="16" name="Image 4" descr="/Users/aaronwood/dev/recur-deck/.scratch/recur-sell-deck/assets/06-slide-prototype/logos/usf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9377" y="2676483"/>
            <a:ext cx="1417320" cy="144406"/>
          </a:xfrm>
          <a:prstGeom prst="rect">
            <a:avLst/>
          </a:prstGeom>
        </p:spPr>
      </p:pic>
      <p:pic>
        <p:nvPicPr>
          <p:cNvPr id="17" name="Image 5" descr="/Users/aaronwood/dev/recur-deck/.scratch/recur-sell-deck/assets/06-slide-prototype/logos/samsa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148" y="4433468"/>
            <a:ext cx="1417320" cy="229516"/>
          </a:xfrm>
          <a:prstGeom prst="rect">
            <a:avLst/>
          </a:prstGeom>
        </p:spPr>
      </p:pic>
      <p:pic>
        <p:nvPicPr>
          <p:cNvPr id="18" name="Image 6" descr="/Users/aaronwood/dev/recur-deck/.scratch/recur-sell-deck/assets/06-slide-prototype/logos/veriz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8621" y="4319626"/>
            <a:ext cx="1246909" cy="457200"/>
          </a:xfrm>
          <a:prstGeom prst="rect">
            <a:avLst/>
          </a:prstGeom>
        </p:spPr>
      </p:pic>
      <p:pic>
        <p:nvPicPr>
          <p:cNvPr id="19" name="Image 7" descr="/Users/aaronwood/dev/recur-deck/.scratch/recur-sell-deck/assets/06-slide-prototype/logos/geota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4148" y="5319697"/>
            <a:ext cx="1417320" cy="181616"/>
          </a:xfrm>
          <a:prstGeom prst="rect">
            <a:avLst/>
          </a:prstGeom>
        </p:spPr>
      </p:pic>
      <p:pic>
        <p:nvPicPr>
          <p:cNvPr id="20" name="Image 8" descr="/Users/aaronwood/dev/recur-deck/.scratch/recur-sell-deck/assets/06-slide-prototype/logos/teletrac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93415" y="5201710"/>
            <a:ext cx="1417320" cy="417590"/>
          </a:xfrm>
          <a:prstGeom prst="rect">
            <a:avLst/>
          </a:prstGeom>
        </p:spPr>
      </p:pic>
      <p:pic>
        <p:nvPicPr>
          <p:cNvPr id="21" name="Image 9" descr="/Users/aaronwood/dev/recur-deck/.scratch/recur-sell-deck/assets/06-slide-prototype/logos/moti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29377" y="4983899"/>
            <a:ext cx="1417320" cy="328346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8961120" y="1280160"/>
            <a:ext cx="281909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take: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wins small fleets that want fast tracking without a contract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platforms bundle long contracts and features small fleets rarely use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entrants chase trucking compliance more than quick live tracking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▪"/>
            </a:pPr>
            <a:r>
              <a:rPr lang="en-US" sz="125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Fleet Tracking can add AI scoring to the GPS and video it streams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Recur x US Fleet Tracking_vS/Slid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Recur x US Fleet Tracking_vS/Slid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Recur x US Fleet Tracking_vS/Slid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Recur x US Fleet Tracking_vS/Slid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Recur x US Fleet Tracking_vS/Slide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aronwood/dev/recur-deck/Recur x US Fleet Tracking_vS/Slide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2026-09-15T21:34:47Z</dcterms:created>
  <dcterms:modified xsi:type="dcterms:W3CDTF">2026-09-15T21:34:47Z</dcterms:modified>
</cp:coreProperties>
</file>