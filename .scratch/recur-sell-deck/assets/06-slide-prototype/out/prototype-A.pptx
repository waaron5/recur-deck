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PROTOTYPE. Source record would go here: company identification, HQ (official site), landmark file + license + author, logo URLs.
Landmark: Wikimedia Commons "Oklahoma city downtown.JPG", Urbanative, CC BY-SA 3.0.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PROTOTYPE. Each thesis bullet paired with its sources would go here. Copy on this slide is illustrative and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PROTOTYPE. Axis reasoning and each competitor's evidence and placement reasoning would go here. Placements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.scratch/recur-sell-deck/assets/06-slide-prototype/work/land-16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4" name="Image 1" descr="/Users/aaronwood/dev/recur-deck/.scratch/recur-sell-deck/assets/06-slide-prototype/logos/recu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412" y="2926080"/>
            <a:ext cx="3462696" cy="6400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775808" y="269748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2" descr="/Users/aaronwood/dev/recur-deck/.scratch/recur-sell-deck/assets/06-slide-prototype/work/usf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8" y="3018296"/>
            <a:ext cx="4023360" cy="4099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see in US Fleet Tracking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18488"/>
            <a:ext cx="566928" cy="566928"/>
          </a:xfrm>
          <a:prstGeom prst="ellipse">
            <a:avLst/>
          </a:prstGeom>
          <a:solidFill>
            <a:srgbClr val="09142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18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0020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we're here: </a:t>
            </a:r>
            <a:pPr indent="0" marL="0">
              <a:buNone/>
            </a:pPr>
            <a:r>
              <a:rPr lang="en-US" sz="19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commercial fleets are still moving to live vehicle tracking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91640" y="207568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small fleets still dispatch with phone calls and spreadsheets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telematics platforms price and configure for large fleets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099816"/>
            <a:ext cx="566928" cy="566928"/>
          </a:xfrm>
          <a:prstGeom prst="ellipse">
            <a:avLst/>
          </a:prstGeom>
          <a:solidFill>
            <a:srgbClr val="D0F6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99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30815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we're excited: </a:t>
            </a:r>
            <a:pPr indent="0" marL="0">
              <a:buNone/>
            </a:pPr>
            <a:r>
              <a:rPr lang="en-US" sz="1900" dirty="0">
                <a:solidFill>
                  <a:srgbClr val="0E7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sells live GPS tracking without long contracts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91640" y="35570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0E7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see vehicle locations refresh on a live map every few seconds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0E7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GPS and in-vehicle video run in one app for dispatchers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581144"/>
            <a:ext cx="566928" cy="566928"/>
          </a:xfrm>
          <a:prstGeom prst="ellipse">
            <a:avLst/>
          </a:prstGeom>
          <a:solidFill>
            <a:srgbClr val="00938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581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45628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can help: </a:t>
            </a:r>
            <a:pPr indent="0" marL="0">
              <a:buNone/>
            </a:pPr>
            <a:r>
              <a:rPr lang="en-US" sz="1900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sales engine and AI plan for US Fleet Tracking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91640" y="503834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outbound sales team to add to strong organic growth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 features on the tracking and video data customers already share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6446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 Software Highly Confidential - Not for Distribution</a:t>
            </a:r>
            <a:endParaRPr lang="en-US" sz="700" dirty="0"/>
          </a:p>
        </p:txBody>
      </p:sp>
      <p:pic>
        <p:nvPicPr>
          <p:cNvPr id="16" name="Image 0" descr="/Users/aaronwood/dev/recur-deck/.scratch/recur-sell-deck/assets/06-slide-prototype/logos/recu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6355080"/>
            <a:ext cx="1005840" cy="18593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475720" y="62727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1828800"/>
            <a:ext cx="12191695" cy="5029200"/>
          </a:xfrm>
          <a:prstGeom prst="rect">
            <a:avLst/>
          </a:prstGeom>
          <a:solidFill>
            <a:srgbClr val="E2EEF8"/>
          </a:solidFill>
          <a:ln/>
        </p:spPr>
      </p:sp>
      <p:sp>
        <p:nvSpPr>
          <p:cNvPr id="5" name="Shape 3"/>
          <p:cNvSpPr/>
          <p:nvPr/>
        </p:nvSpPr>
        <p:spPr>
          <a:xfrm>
            <a:off x="2697480" y="2240280"/>
            <a:ext cx="0" cy="3429000"/>
          </a:xfrm>
          <a:prstGeom prst="line">
            <a:avLst/>
          </a:prstGeom>
          <a:noFill/>
          <a:ln w="12700">
            <a:solidFill>
              <a:srgbClr val="0914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5669280"/>
            <a:ext cx="6126480" cy="0"/>
          </a:xfrm>
          <a:prstGeom prst="line">
            <a:avLst/>
          </a:prstGeom>
          <a:noFill/>
          <a:ln w="12700">
            <a:solidFill>
              <a:srgbClr val="0914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segment focus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343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97480" y="57790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57790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7480" y="64739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model</a:t>
            </a:r>
            <a:endParaRPr lang="en-US" sz="1000" dirty="0"/>
          </a:p>
        </p:txBody>
      </p:sp>
      <p:pic>
        <p:nvPicPr>
          <p:cNvPr id="13" name="Image 0" descr="/Users/aaronwood/dev/recur-deck/.scratch/recur-sell-deck/assets/06-slide-prototype/logos/azu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3462" y="2518258"/>
            <a:ext cx="1084269" cy="457200"/>
          </a:xfrm>
          <a:prstGeom prst="rect">
            <a:avLst/>
          </a:prstGeom>
        </p:spPr>
      </p:pic>
      <p:pic>
        <p:nvPicPr>
          <p:cNvPr id="14" name="Image 1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768" y="2568758"/>
            <a:ext cx="1417320" cy="356199"/>
          </a:xfrm>
          <a:prstGeom prst="rect">
            <a:avLst/>
          </a:prstGeom>
        </p:spPr>
      </p:pic>
      <p:pic>
        <p:nvPicPr>
          <p:cNvPr id="15" name="Image 2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474" y="3308299"/>
            <a:ext cx="916841" cy="457200"/>
          </a:xfrm>
          <a:prstGeom prst="rect">
            <a:avLst/>
          </a:prstGeom>
        </p:spPr>
      </p:pic>
      <p:pic>
        <p:nvPicPr>
          <p:cNvPr id="16" name="Image 3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130" y="3344124"/>
            <a:ext cx="1417320" cy="385550"/>
          </a:xfrm>
          <a:prstGeom prst="rect">
            <a:avLst/>
          </a:prstGeom>
        </p:spPr>
      </p:pic>
      <p:pic>
        <p:nvPicPr>
          <p:cNvPr id="17" name="Image 4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486" y="2740491"/>
            <a:ext cx="1417320" cy="144406"/>
          </a:xfrm>
          <a:prstGeom prst="rect">
            <a:avLst/>
          </a:prstGeom>
        </p:spPr>
      </p:pic>
      <p:pic>
        <p:nvPicPr>
          <p:cNvPr id="18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6936" y="4278020"/>
            <a:ext cx="1417320" cy="229516"/>
          </a:xfrm>
          <a:prstGeom prst="rect">
            <a:avLst/>
          </a:prstGeom>
        </p:spPr>
      </p:pic>
      <p:pic>
        <p:nvPicPr>
          <p:cNvPr id="19" name="Image 6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2974" y="4164178"/>
            <a:ext cx="1246909" cy="457200"/>
          </a:xfrm>
          <a:prstGeom prst="rect">
            <a:avLst/>
          </a:prstGeom>
        </p:spPr>
      </p:pic>
      <p:pic>
        <p:nvPicPr>
          <p:cNvPr id="20" name="Image 7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6936" y="5059093"/>
            <a:ext cx="1417320" cy="181616"/>
          </a:xfrm>
          <a:prstGeom prst="rect">
            <a:avLst/>
          </a:prstGeom>
        </p:spPr>
      </p:pic>
      <p:pic>
        <p:nvPicPr>
          <p:cNvPr id="21" name="Image 8" descr="/Users/aaronwood/dev/recur-deck/.scratch/recur-sell-deck/assets/06-slide-prototype/logos/teletra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7768" y="4941106"/>
            <a:ext cx="1417320" cy="417590"/>
          </a:xfrm>
          <a:prstGeom prst="rect">
            <a:avLst/>
          </a:prstGeom>
        </p:spPr>
      </p:pic>
      <p:pic>
        <p:nvPicPr>
          <p:cNvPr id="22" name="Image 9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8486" y="4755299"/>
            <a:ext cx="1417320" cy="328346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9235440" y="2057400"/>
            <a:ext cx="2743200" cy="379476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" name="Text 12"/>
          <p:cNvSpPr/>
          <p:nvPr/>
        </p:nvSpPr>
        <p:spPr>
          <a:xfrm>
            <a:off x="9418320" y="2240280"/>
            <a:ext cx="23774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u="sng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2026-09-15T21:34:47Z</dcterms:created>
  <dcterms:modified xsi:type="dcterms:W3CDTF">2026-09-15T21:34:47Z</dcterms:modified>
</cp:coreProperties>
</file>