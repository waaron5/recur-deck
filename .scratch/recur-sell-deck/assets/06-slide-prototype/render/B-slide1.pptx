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.scratch/recur-sell-deck/assets/06-slide-prototype/work/land-16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F">
              <a:alpha val="2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377440" y="2606040"/>
            <a:ext cx="743407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1" descr="/Users/aaronwood/dev/recur-deck/.scratch/recur-sell-deck/assets/06-slide-prototype/logos/recur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3158557"/>
            <a:ext cx="2926080" cy="54088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099048" y="2834640"/>
            <a:ext cx="0" cy="118872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pic>
        <p:nvPicPr>
          <p:cNvPr id="7" name="Image 2" descr="/Users/aaronwood/dev/recur-deck/.scratch/recur-sell-deck/assets/06-slide-prototype/logos/us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272948"/>
            <a:ext cx="3063240" cy="3121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2026-09-15T21:34:47Z</dcterms:created>
  <dcterms:modified xsi:type="dcterms:W3CDTF">2026-09-15T21:34:47Z</dcterms:modified>
</cp:coreProperties>
</file>