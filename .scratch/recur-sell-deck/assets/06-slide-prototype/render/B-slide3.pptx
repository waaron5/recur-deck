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0"/>
            <a:ext cx="364205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1560" y="4023360"/>
            <a:ext cx="6949440" cy="0"/>
          </a:xfrm>
          <a:prstGeom prst="line">
            <a:avLst/>
          </a:prstGeom>
          <a:noFill/>
          <a:ln w="15875">
            <a:solidFill>
              <a:srgbClr val="09142F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26280" y="2057400"/>
            <a:ext cx="0" cy="3931920"/>
          </a:xfrm>
          <a:prstGeom prst="line">
            <a:avLst/>
          </a:prstGeom>
          <a:noFill/>
          <a:ln w="15875">
            <a:solidFill>
              <a:srgbClr val="09142F"/>
            </a:solidFill>
            <a:prstDash val="solid"/>
            <a:headEnd type="triangl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1546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6062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" y="34564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4564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100" dirty="0"/>
          </a:p>
        </p:txBody>
      </p:sp>
      <p:pic>
        <p:nvPicPr>
          <p:cNvPr id="11" name="Image 0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674" y="2445106"/>
            <a:ext cx="1084269" cy="457200"/>
          </a:xfrm>
          <a:prstGeom prst="rect">
            <a:avLst/>
          </a:prstGeom>
        </p:spPr>
      </p:pic>
      <p:pic>
        <p:nvPicPr>
          <p:cNvPr id="12" name="Image 1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415" y="2495606"/>
            <a:ext cx="1417320" cy="356199"/>
          </a:xfrm>
          <a:prstGeom prst="rect">
            <a:avLst/>
          </a:prstGeom>
        </p:spPr>
      </p:pic>
      <p:pic>
        <p:nvPicPr>
          <p:cNvPr id="13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103" y="3344875"/>
            <a:ext cx="916841" cy="457200"/>
          </a:xfrm>
          <a:prstGeom prst="rect">
            <a:avLst/>
          </a:prstGeom>
        </p:spPr>
      </p:pic>
      <p:pic>
        <p:nvPicPr>
          <p:cNvPr id="14" name="Image 3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009" y="3380700"/>
            <a:ext cx="1417320" cy="3855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437937" y="2428646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09384"/>
            </a:solidFill>
            <a:prstDash val="solid"/>
          </a:ln>
        </p:spPr>
      </p:sp>
      <p:pic>
        <p:nvPicPr>
          <p:cNvPr id="16" name="Image 4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377" y="2676483"/>
            <a:ext cx="1417320" cy="144406"/>
          </a:xfrm>
          <a:prstGeom prst="rect">
            <a:avLst/>
          </a:prstGeom>
        </p:spPr>
      </p:pic>
      <p:pic>
        <p:nvPicPr>
          <p:cNvPr id="17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148" y="4433468"/>
            <a:ext cx="1417320" cy="229516"/>
          </a:xfrm>
          <a:prstGeom prst="rect">
            <a:avLst/>
          </a:prstGeom>
        </p:spPr>
      </p:pic>
      <p:pic>
        <p:nvPicPr>
          <p:cNvPr id="18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8621" y="4319626"/>
            <a:ext cx="1246909" cy="457200"/>
          </a:xfrm>
          <a:prstGeom prst="rect">
            <a:avLst/>
          </a:prstGeom>
        </p:spPr>
      </p:pic>
      <p:pic>
        <p:nvPicPr>
          <p:cNvPr id="19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4148" y="5319697"/>
            <a:ext cx="1417320" cy="181616"/>
          </a:xfrm>
          <a:prstGeom prst="rect">
            <a:avLst/>
          </a:prstGeom>
        </p:spPr>
      </p:pic>
      <p:pic>
        <p:nvPicPr>
          <p:cNvPr id="20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3415" y="5201710"/>
            <a:ext cx="1417320" cy="417590"/>
          </a:xfrm>
          <a:prstGeom prst="rect">
            <a:avLst/>
          </a:prstGeom>
        </p:spPr>
      </p:pic>
      <p:pic>
        <p:nvPicPr>
          <p:cNvPr id="21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9377" y="4983899"/>
            <a:ext cx="1417320" cy="328346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8961120" y="1280160"/>
            <a:ext cx="281909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