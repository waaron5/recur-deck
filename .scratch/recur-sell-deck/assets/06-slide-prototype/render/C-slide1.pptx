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spl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009384"/>
          </a:solidFill>
          <a:ln/>
        </p:spPr>
      </p:sp>
      <p:pic>
        <p:nvPicPr>
          <p:cNvPr id="5" name="Image 1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86522"/>
            <a:ext cx="2560320" cy="4732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3063240"/>
            <a:ext cx="329184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pic>
        <p:nvPicPr>
          <p:cNvPr id="7" name="Image 2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87082"/>
            <a:ext cx="3291840" cy="3353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Oklahoma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