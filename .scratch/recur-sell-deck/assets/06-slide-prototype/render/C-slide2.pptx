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 in US Fleet Tracking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1083564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755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here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46120" y="171907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commercial fleets are still moving to live vehicle tracking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46120" y="2212848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small fleets still dispatch with phone calls and spreadsheets</a:t>
            </a:r>
            <a:endParaRPr lang="en-US" sz="14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telematics platforms price and configure for large fleets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1083564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101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excited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46120" y="327355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sells live GPS tracking without long contracts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46120" y="3767328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see vehicle locations refresh on a live map every few seconds</a:t>
            </a:r>
            <a:endParaRPr lang="en-US" sz="14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GPS and in-vehicle video run in one app for dispatchers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1083564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864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can help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482803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sales engine and AI plan for US Fleet Tracking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5321808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outbound sales team to add to strong organic growth</a:t>
            </a:r>
            <a:endParaRPr lang="en-US" sz="140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features on the tracking and video data customers already share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6446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Software Highly Confidential - Not for Distribution</a:t>
            </a:r>
            <a:endParaRPr lang="en-US" sz="700" dirty="0"/>
          </a:p>
        </p:txBody>
      </p:sp>
      <p:pic>
        <p:nvPicPr>
          <p:cNvPr id="16" name="Image 0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55080"/>
            <a:ext cx="1005840" cy="1859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75720" y="62727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