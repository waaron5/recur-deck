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.scratch/recur-sell-deck/assets/06-slide-prototype/work/land-1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/Users/aaronwood/dev/recur-deck/.scratch/recur-sell-deck/assets/06-slide-prototype/logos/recu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412" y="2926080"/>
            <a:ext cx="3462696" cy="6400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75808" y="269748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2" descr="/Users/aaronwood/dev/recur-deck/.scratch/recur-sell-deck/assets/06-slide-prototype/work/usf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3018296"/>
            <a:ext cx="4023360" cy="4099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2026-09-15T21:34:46Z</dcterms:created>
  <dcterms:modified xsi:type="dcterms:W3CDTF">2026-09-15T21:34:46Z</dcterms:modified>
</cp:coreProperties>
</file>