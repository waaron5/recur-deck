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see in US Fleet Tracking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3429000" cy="82296"/>
          </a:xfrm>
          <a:prstGeom prst="rect">
            <a:avLst/>
          </a:prstGeom>
          <a:solidFill>
            <a:srgbClr val="09142F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10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WE'RE HERE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commercial fleets are still moving to live vehicle tracking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352044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small fleets still dispatch with phone calls and spreadsheets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telematics platforms price and configure for large fleets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429000" cy="82296"/>
          </a:xfrm>
          <a:prstGeom prst="rect">
            <a:avLst/>
          </a:prstGeom>
          <a:solidFill>
            <a:srgbClr val="0E7896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10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WE'RE EXCITED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43400" y="219456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sells live GPS tracking without long contracts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343400" y="352044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see vehicle locations refresh on a live map every few seconds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GPS and in-vehicle video run in one app for dispatchers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01000" y="1600200"/>
            <a:ext cx="3429000" cy="82296"/>
          </a:xfrm>
          <a:prstGeom prst="rect">
            <a:avLst/>
          </a:prstGeom>
          <a:solidFill>
            <a:srgbClr val="009384"/>
          </a:solidFill>
          <a:ln/>
        </p:spPr>
      </p:sp>
      <p:sp>
        <p:nvSpPr>
          <p:cNvPr id="12" name="Text 10"/>
          <p:cNvSpPr/>
          <p:nvPr/>
        </p:nvSpPr>
        <p:spPr>
          <a:xfrm>
            <a:off x="8001000" y="1810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CAN HELP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01000" y="219456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sales engine and AI plan for US Fleet Tracking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001000" y="352044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outbound sales team to add to strong organic growth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 features on the tracking and video data customers already share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6446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 Software Highly Confidential - Not for Distribution</a:t>
            </a:r>
            <a:endParaRPr lang="en-US" sz="700" dirty="0"/>
          </a:p>
        </p:txBody>
      </p:sp>
      <p:pic>
        <p:nvPicPr>
          <p:cNvPr id="16" name="Image 0" descr="/Users/aaronwood/dev/recur-deck/.scratch/recur-sell-deck/assets/06-slide-prototype/logos/recu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6355080"/>
            <a:ext cx="1005840" cy="18593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475720" y="62727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2026-09-15T21:34:47Z</dcterms:created>
  <dcterms:modified xsi:type="dcterms:W3CDTF">2026-09-15T21:34:47Z</dcterms:modified>
</cp:coreProperties>
</file>