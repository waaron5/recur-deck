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1828800"/>
            <a:ext cx="12191695" cy="5029200"/>
          </a:xfrm>
          <a:prstGeom prst="rect">
            <a:avLst/>
          </a:prstGeom>
          <a:solidFill>
            <a:srgbClr val="E2EEF8"/>
          </a:solidFill>
          <a:ln/>
        </p:spPr>
      </p:sp>
      <p:sp>
        <p:nvSpPr>
          <p:cNvPr id="5" name="Shape 3"/>
          <p:cNvSpPr/>
          <p:nvPr/>
        </p:nvSpPr>
        <p:spPr>
          <a:xfrm>
            <a:off x="2697480" y="2240280"/>
            <a:ext cx="0" cy="3429000"/>
          </a:xfrm>
          <a:prstGeom prst="line">
            <a:avLst/>
          </a:prstGeom>
          <a:noFill/>
          <a:ln w="12700">
            <a:solidFill>
              <a:srgbClr val="0914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5669280"/>
            <a:ext cx="6126480" cy="0"/>
          </a:xfrm>
          <a:prstGeom prst="line">
            <a:avLst/>
          </a:prstGeom>
          <a:noFill/>
          <a:ln w="12700">
            <a:solidFill>
              <a:srgbClr val="0914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segment focus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97480" y="5779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57790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97480" y="6473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model</a:t>
            </a:r>
            <a:endParaRPr lang="en-US" sz="1000" dirty="0"/>
          </a:p>
        </p:txBody>
      </p:sp>
      <p:pic>
        <p:nvPicPr>
          <p:cNvPr id="13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3462" y="2518258"/>
            <a:ext cx="1084269" cy="457200"/>
          </a:xfrm>
          <a:prstGeom prst="rect">
            <a:avLst/>
          </a:prstGeom>
        </p:spPr>
      </p:pic>
      <p:pic>
        <p:nvPicPr>
          <p:cNvPr id="14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768" y="2568758"/>
            <a:ext cx="1417320" cy="356199"/>
          </a:xfrm>
          <a:prstGeom prst="rect">
            <a:avLst/>
          </a:prstGeom>
        </p:spPr>
      </p:pic>
      <p:pic>
        <p:nvPicPr>
          <p:cNvPr id="15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474" y="3308299"/>
            <a:ext cx="916841" cy="457200"/>
          </a:xfrm>
          <a:prstGeom prst="rect">
            <a:avLst/>
          </a:prstGeom>
        </p:spPr>
      </p:pic>
      <p:pic>
        <p:nvPicPr>
          <p:cNvPr id="16" name="Image 3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130" y="3344124"/>
            <a:ext cx="1417320" cy="385550"/>
          </a:xfrm>
          <a:prstGeom prst="rect">
            <a:avLst/>
          </a:prstGeom>
        </p:spPr>
      </p:pic>
      <p:pic>
        <p:nvPicPr>
          <p:cNvPr id="17" name="Image 4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486" y="2740491"/>
            <a:ext cx="1417320" cy="144406"/>
          </a:xfrm>
          <a:prstGeom prst="rect">
            <a:avLst/>
          </a:prstGeom>
        </p:spPr>
      </p:pic>
      <p:pic>
        <p:nvPicPr>
          <p:cNvPr id="18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936" y="4278020"/>
            <a:ext cx="1417320" cy="229516"/>
          </a:xfrm>
          <a:prstGeom prst="rect">
            <a:avLst/>
          </a:prstGeom>
        </p:spPr>
      </p:pic>
      <p:pic>
        <p:nvPicPr>
          <p:cNvPr id="19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974" y="4164178"/>
            <a:ext cx="1246909" cy="457200"/>
          </a:xfrm>
          <a:prstGeom prst="rect">
            <a:avLst/>
          </a:prstGeom>
        </p:spPr>
      </p:pic>
      <p:pic>
        <p:nvPicPr>
          <p:cNvPr id="20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936" y="5059093"/>
            <a:ext cx="1417320" cy="181616"/>
          </a:xfrm>
          <a:prstGeom prst="rect">
            <a:avLst/>
          </a:prstGeom>
        </p:spPr>
      </p:pic>
      <p:pic>
        <p:nvPicPr>
          <p:cNvPr id="21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768" y="4941106"/>
            <a:ext cx="1417320" cy="417590"/>
          </a:xfrm>
          <a:prstGeom prst="rect">
            <a:avLst/>
          </a:prstGeom>
        </p:spPr>
      </p:pic>
      <p:pic>
        <p:nvPicPr>
          <p:cNvPr id="22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8486" y="4755299"/>
            <a:ext cx="1417320" cy="328346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9235440" y="2057400"/>
            <a:ext cx="2743200" cy="379476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24" name="Text 12"/>
          <p:cNvSpPr/>
          <p:nvPr/>
        </p:nvSpPr>
        <p:spPr>
          <a:xfrm>
            <a:off x="9418320" y="2240280"/>
            <a:ext cx="2377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u="sng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