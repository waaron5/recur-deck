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 in US Fleet Tracking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18488"/>
            <a:ext cx="566928" cy="566928"/>
          </a:xfrm>
          <a:prstGeom prst="ellipse">
            <a:avLst/>
          </a:prstGeom>
          <a:solidFill>
            <a:srgbClr val="09142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0020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here: </a:t>
            </a:r>
            <a:pPr indent="0" marL="0">
              <a:buNone/>
            </a:pPr>
            <a:r>
              <a:rPr lang="en-US" sz="19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commercial fleets are still moving to live vehicle tracking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91640" y="207568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small fleets still dispatch with phone calls and spreadsheets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telematics platforms price and configure for large fleets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99816"/>
            <a:ext cx="566928" cy="566928"/>
          </a:xfrm>
          <a:prstGeom prst="ellipse">
            <a:avLst/>
          </a:prstGeom>
          <a:solidFill>
            <a:srgbClr val="D0F6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30815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excited: </a:t>
            </a:r>
            <a:pPr indent="0" marL="0">
              <a:buNone/>
            </a:pPr>
            <a:r>
              <a:rPr lang="en-US" sz="1900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sells live GPS tracking without long contracts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91640" y="35570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see vehicle locations refresh on a live map every few seconds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GPS and in-vehicle video run in one app for dispatchers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581144"/>
            <a:ext cx="566928" cy="566928"/>
          </a:xfrm>
          <a:prstGeom prst="ellipse">
            <a:avLst/>
          </a:prstGeom>
          <a:solidFill>
            <a:srgbClr val="00938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581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4562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can help: </a:t>
            </a:r>
            <a:pPr indent="0" marL="0">
              <a:buNone/>
            </a:pPr>
            <a:r>
              <a:rPr lang="en-US" sz="1900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sales engine and AI plan for US Fleet Tracking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503834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outbound sales team to add to strong organic growth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features on the tracking and video data customers already share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6446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Software Highly Confidential - Not for Distribution</a:t>
            </a:r>
            <a:endParaRPr lang="en-US" sz="700" dirty="0"/>
          </a:p>
        </p:txBody>
      </p:sp>
      <p:pic>
        <p:nvPicPr>
          <p:cNvPr id="16" name="Image 0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55080"/>
            <a:ext cx="1005840" cy="1859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75720" y="62727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